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584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468880"/>
            <a:ext cx="1219200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51760"/>
            <a:ext cx="1219200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11274552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数学解题报告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平面直角坐标系专题 · 2026年4月12日作业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2834640"/>
            <a:ext cx="7616952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  级：七年级下学期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3383280"/>
            <a:ext cx="7616952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  节：第7章 平面直角坐标系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3931920"/>
            <a:ext cx="7616952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题目数：14道（第7~18题，含变1、变2）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4480560"/>
            <a:ext cx="7616952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生成日期：2026-04-16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0" y="644652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math-solver  ×  math-verifier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第7题 — 点到坐标轴距离求参数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题目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M(m+1, 3m-5)，到 x 轴的距离是到 y 轴距离的一半，求 m。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194767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核心知识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到 x 轴距离 = |纵坐标|
   到 y 轴距离 = |横坐标|
   七年级绝对值方程解法：分情况去绝对值，化为两个一元一次方程
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" y="322783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解题思路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由题意得 |3m-5| = ½|m+1|，即 2|3m-5| = |m+1|
   利用 |A| = |B|  ⟺  A = B  或  A = -B，分两种情况求解
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035040"/>
            <a:ext cx="12192000" cy="62179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3378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注意：七年级不使用求根公式（九年级内容），应分情况去绝对值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第7题 — 解题步骤（1/4）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M(m+1, 3m-5) 到 x 轴距离 = ½ × 到 y 轴距离，求 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写出距离表达式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到 x 轴距离 = |纵坐标| = |3m-5|
       到 y 轴距离 = |横坐标| = |m+1|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根据题意建立方程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到 x 轴距离 = ½ × 到 y 轴距离
       |3m-5| = ½ × |m+1|
       两边乘以 2，整理为：2|3m-5| = |m+1|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步骤3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说明分情况的依据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|A| = |B|  ⟺  A = B  或  A = -B
       需分两种情况分别列一元一次方程求解
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共4步，接下来分情况讨论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第7题 — 解题步骤（2/4）：情况一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2|3m-5| = |m+1|  →  分情况去绝对值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情况一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两侧同号：2(3m-5) = m+1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展开：6m - 10 = m + 1
       移项：6m - m = 1 + 10
       合并：5m = 11
       m = 11/5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m = 11/5 代入原题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到 x 轴 = |3×11/5 - 5| = |33/5 - 25/5| = 8/5
       到 y 轴 = |11/5 + 1| = |16/5| = 16/5
       8/5 = ½ × 16/5  ✓  满足题意
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情况一结果：m = 11/5（已验证）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第7题 — 解题步骤（3/4）：情况二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2|3m-5| = |m+1|  →  分情况去绝对值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情况二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两侧异号：2(3m-5) = -(m+1)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展开：6m - 10 = -m - 1
       移项：6m + m = -1 + 10
       合并：7m = 9
       m = 9/7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m = 9/7 代入原题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到 x 轴 = |3×9/7 - 5| = |27/7 - 35/7| = 8/7
       到 y 轴 = |9/7 + 1| = |16/7| = 16/7
       8/7 = ½ × 16/7  ✓  满足题意
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情况二结果：m = 9/7（已验证）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第7题 — 最终答案（4/4）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M(m+1, 3m-5)，到 x 轴距离是到 y 轴距离的一半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6420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11/5  或  m = 9/7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276148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方法对比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七年级方法（分情况去绝对值）—— 情况一得 m=11/5，情况二得 m=9/7
   九年级方法（两边平方→求根公式）—— 答案相同，但超纲，考试不推荐
   两种方法结果一致，答案正确。
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两个解均已代入原题验证 ✓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第7题 — 审核结果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5D403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math-verifier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M(m+1, 3m-5) 到 x 轴距离是到 y 轴距离的一半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答案正确，解题方法超纲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2258568"/>
            <a:ext cx="11430000" cy="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使用"两边平方 → 求根公式"：求根公式属于九年级内容（第21章），七年级不应使用。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七年级正确方法：分情况去绝对值，列两个一元一次方程分别求解。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两种方法最终答案一致，m = 11/5 或 m = 9/7 均正确。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349300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正确答案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408736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11/5  或  m = 9/7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答案正确，考试中请使用七年级方法（分情况讨论）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第8题 — 正方形顶点坐标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题目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正方形 ABCD 边长为 2，点 A 与坐标系原点重合，
   AB 所在直线与 x 轴重合，AD 所在直线与 y 轴重合，
   请写出 A、B、C、D 四点的坐标。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240487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关键分析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题目未限制 B 在 x 轴正方向还是负方向 → B 可取 (2,0) 或 (-2,0)
   题目未限制 D 在 y 轴正方向还是负方向 → D 可取 (0,2) 或 (0,-2)
   两两组合共有 4 种情况，必须全部列出！
   C 点坐标 = B 的横坐标 + D 的纵坐标（正方形第四顶点）
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solver 只给出了情况一，遗漏另外三种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第8题 — 情况一、二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在原点，AB 在 x 轴，AD 在 y 轴，边长 =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情况一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在 x 轴正方向，D 在 y 轴正方向（正方形在第一象限）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B(2, 0)   D(0, 2)   C(2, 2)
       ∴  A(0,0)  B(2,0)  C(2,2)  D(0,2)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情况二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在 x 轴负方向，D 在 y 轴正方向（正方形在第二象限）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B(-2, 0)   D(0, 2)   C(-2, 2)
       ∴  A(0,0)  B(-2,0)  C(-2,2)  D(0,2)
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情况一、二已列出 ✓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第8题 — 情况三、四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在原点，AB 在 x 轴，AD 在 y 轴，边长 =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情况三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在 x 轴正方向，D 在 y 轴负方向（正方形在第四象限）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B(2, 0)   D(0, -2)   C(2, -2)
       ∴  A(0,0)  B(2,0)  C(2,-2)  D(0,-2)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情况四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在 x 轴负方向，D 在 y 轴负方向（正方形在第三象限）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B(-2, 0)   D(0, -2)   C(-2, -2)
       ∴  A(0,0)  B(-2,0)  C(-2,-2)  D(0,-2)
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情况三、四已列出 ✓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第8题 — 答案汇总 &amp; 审核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正方形 ABCD，边长为2，A 在原点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664208"/>
          <a:ext cx="11430000" cy="2286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第一象限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(-2,0)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(-2,2)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第二象限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(2,-2)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(0,-2)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第四象限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(-2,0)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(-2,-2)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(0,-2)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第三象限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84048" y="4087368"/>
            <a:ext cx="11430000" cy="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solver 只给出情况一，答案不完整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" y="4681728"/>
            <a:ext cx="11430000" cy="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题目未限制方向，应列出全部四种情况。若图示已限定方向，则只需一种。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四种情况均需列出（除非图示限定方向）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第9题 — 平行四边形求顶点坐标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题目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平行四边形 ABCD 中，AB 与 x 轴重合，CD∥x 轴，
   已知 A(-3,0)，B(1,0)，D(-2,2)，求 C 点坐标。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194767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解题依据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平行四边形：对边平行且相等  →  AB∥DC 且 AB = DC
   坐标差法（七年级）：DC 与 AB 具有相同的"横向位移"和"纵向位移"
   横向位移 = x_B - x_A = 1-(-3) = 4（向右4格）
   纵向位移 = y_B - y_A = 0-0 = 0（不升降）
   故 C = (x_D + 4,  y_D + 0)
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090921"/>
            <a:ext cx="12192000" cy="621792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06400" y="640892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注意：用"坐标差"表述，不使用"向量"（高中内容）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第9题 — 解题步骤 &amp; 结果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A(-3,0)  B(1,0)  D(-2,2)，CD∥AB，求 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 AB 的位移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横向位移 = 1 - (-3) = 4
       纵向位移 = 0 - 0 = 0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D 按相同位移推出 C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x_C = x_D + 4 = -2 + 4 = 2
       y_C = y_D + 0 =  2 + 0 = 2
       ∴  C(2, 2)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C(2,2) 与 D(-2,2) 纵坐标均为 2 → CD∥x 轴 ✓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49884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C(2, 2)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550468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答案正确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609904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 C(2,2) ✓；"向量"为高中概念，建议改用坐标差法表述。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答案：C(2, 2)  ✓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变1题 — 平行四边形求顶点坐标（对角线法）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题目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平行四边形 ABCD 中，已知 A(-3,0)，B(1,0)，C(-2,2)，求 D 点坐标。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171907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解题依据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平行四边形：对角线互相平分
   即 AC 的中点 = BD 的中点 = 对角线交点 M
   已知 A、C，可以算出 M；
   再由 M 是 BD 中点 + 已知 B，反推 D：
     x_D = 2×x_M - x_B
     y_D = 2×y_M - y_B
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核心：对角线互相平分 → 两条对角线的中点相同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变1题 — 解题步骤 &amp; 结果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A(-3,0)  B(1,0)  C(-2,2)，对角线互相平分，求 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求对角线 AC 的中点 M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x_M = (-3 + (-2)) / 2 = -5/2
       y_M = (0 + 2) / 2 = 1
       ∴  M(-5/2, 1)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M 是 BD 中点，推出 D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x_D = 2×(-5/2) - 1 = -5 - 1 = -6
       y_D = 2×1 - 0 = 2
       ∴  D(-6, 2)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与 DC 位移应相等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AB：(1-(-3), 0-0) = (4, 0)
       DC：(-2-(-6), 2-2) = (4, 0)  ✓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95604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D(-6, 2)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596188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答案正确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655624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D(-6,2) ✓；对角线互相平分方法正确。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答案：D(-6, 2)  ✓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变2题 — 三顶点求第四顶点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题目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平行四边形三个顶点坐标为 (-3,0)，(1,0)，(-2,-2)，求另一个顶点的坐标。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171907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为什么要分三种情况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已知三点，但不知道哪两个点是对角顶点。
   记 P₁(-3,0)，P₂(1,0)，P₃(-2,-2)，第四顶点 P₄ 未知。
   对角线选法有三种：
      情况一：P₁ 与 P₃ 为对角 → 对角线 P₁P₃，另一对角 P₂P₄
      情况二：P₁ 与 P₂ 为对角 → 对角线 P₁P₂，另一对角 P₃P₄
      情况三：P₂ 与 P₃ 为对角 → 对角线 P₂P₃，另一对角 P₁P₄
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三种情况均需列出，缺一不可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变2题 — 情况一（P₁与P₃对角）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P₁(-3,0)  P₂(1,0)  P₃(-2,-2)，P₁P₃ 为对角线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 P₁P₃ 中点 M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x_M = (-3 + (-2)) / 2 = -5/2
       y_M = (0 + (-2)) / 2 = -1
       ∴  M(-5/2, -1)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是 P₂P₄ 中点，推出 P₄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x_P₄ = 2×(-5/2) - 1 = -6
       y_P₄ = 2×(-1) - 0 = -2
       ∴  P₄ = (-6, -2)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P₁→P₂ = (4,0)，P₄→P₃ = (4,0)  ✓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情况一：P₄ = (-6, -2)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情况一结果：(-6, -2)  ✓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变2题 — 情况二（P₁与P₂对角）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P₁(-3,0)  P₂(1,0)  P₃(-2,-2)，P₁P₂ 为对角线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 P₁P₂ 中点 M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x_M = (-3 + 1) / 2 = -1
       y_M = (0 + 0) / 2 = 0
       ∴  M(-1, 0)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是 P₃P₄ 中点，推出 P₄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x_P₄ = 2×(-1) - (-2) = -2 + 2 = 0
       y_P₄ = 2×0 - (-2) = 2
       ∴  P₄ = (0, 2)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P₁→P₃ 与 P₂→P₄ 方向相反大小相等  ✓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情况二：P₄ = (0, 2)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情况二结果：(0, 2)  ✓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变2题 — 情况三（P₂与P₃对角）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P₁(-3,0)  P₂(1,0)  P₃(-2,-2)，P₂P₃ 为对角线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 P₂P₃ 中点 M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x_M = (1 + (-2)) / 2 = -1/2
       y_M = (0 + (-2)) / 2 = -1
       ∴  M(-1/2, -1)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是 P₁P₄ 中点，推出 P₄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x_P₄ = 2×(-1/2) - (-3) = -1 + 3 = 2
       y_P₄ = 2×(-1) - 0 = -2
       ∴  P₄ = (2, -2)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P₁→P₂ = (4,0)，P₄→P₃ = (-4,0)（等长反向）  ✓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情况三：P₄ = (2, -2)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情况三结果：(2, -2)  ✓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变2题 — 答案汇总 &amp; 审核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三顶点 (-3,0)，(1,0)，(-2,-2)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664208"/>
          <a:ext cx="11430000" cy="2011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对角线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中点 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第四顶点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P₁P₃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(-5/2, -1)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(-6, -2)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P₁P₂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(-1,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P₂P₃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(-1/2, -1)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 -2)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381304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(-6,-2)  或  (0,2)  或  (2,-2)（三种情况缺一不可）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84048" y="481888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答案完整正确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84048" y="541324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三种情况全部正确，分情况讨论完整。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答案：(-6,-2) 或 (0,2) 或 (2,-2)  ✓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第10题 — 点到坐标轴的距离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 P(-3, 4) 到 x 轴距离为___，到 y 轴距离为___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 x 轴距离 = |纵坐标|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纵坐标 y = 4
       到 x 轴距离 = |4| = 4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 y 轴距离 = |横坐标|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横坐标 x = -3
       到 y 轴距离 = |-3| = 3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44728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 x 轴距离 = 4     到 y 轴距离 = 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436168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答案正确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495604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 x 轴距离 = |纵坐标| = 4 ✓，到 y 轴距离 = |横坐标| = 3 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答案：到 x 轴 4，到 y 轴 3  ✓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第11题 — 坐标系中描点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A(-3,2)  B(1,-4)  C(-2,-2)  D(3,0)  E(1,4)  F(-2,2)  G(0,-3)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664208"/>
          <a:ext cx="11430000" cy="321868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坐标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横坐标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纵坐标 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(-3, 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x=-3 &lt; 0 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y=2 &gt; 0 上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第二象限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-4)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x=1 &gt; 0 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y=-4 &lt; 0 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第四象限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(-2,-2)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x=-2 &lt; 0 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y=-2 &lt; 0 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第三象限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x=3 &gt;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y=0 在轴上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轴正半轴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x=1 &gt; 0 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y=4 &gt; 0 上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第一象限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(-2, 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x=-2 &lt; 0 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y=2 &gt; 0 上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第二象限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-3)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x=0 在轴上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y=-3 &lt;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轴负半轴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84048" y="491032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答案正确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" y="550468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七点象限/轴位均判断正确。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象限判断：x&lt;0 左，x&gt;0 右；y&lt;0 下，y&gt;0 上  ✓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第12题 — 参数坐标按条件求值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题目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已知 M(3a-8, a-1)，分别按以下条件求 M 坐标：
   ① M 在 y 轴上
   ② M 在二、四象限角平分线上（满足 x + y = 0）
   ③ M 在第二象限且 a 为整数
   ④ N(3,-6)，MN∥x 轴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299923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各小问核心条件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① y 轴：横坐标 = 0
   ② 二四象限角平分线：x + y = 0
   ③ 第二象限：横坐标 &lt; 0  且  纵坐标 &gt; 0
   ④ 平行 x 轴：两点纵坐标相等
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各小问用坐标特征列方程，解出 a 后代回求坐标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第12题 — 小问①②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M(3a-8, a-1)，① 在 y 轴上；② 在二四象限角平分线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在 y 轴上  →  横坐标 = 0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3a - 8 = 0  →  a = 8/3
       纵坐标 = 8/3 - 1 = 8/3 - 3/3 = 5/3
       ∴  M(0, 5/3)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在二四象限角平分线  →  x + y = 0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(3a-8) + (a-1) = 0
       4a - 9 = 0  →  a = 9/4
       横坐标 = 27/4 - 32/4 = -5/4
       纵坐标 = 9/4 - 4/4 = 5/4
       验证：-5/4+5/4=0 ✓，在第二象限 ✓
       ∴  M(-5/4, 5/4)
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M(0, 5/3)   ② M(-5/4, 5/4)  ✓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第12题 — 小问③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M(3a-8, a-1)，③ M 在第二象限且 a 为整数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第二象限：横坐标 &lt; 0  且  纵坐标 &gt; 0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横坐标 &lt; 0：3a - 8 &lt; 0  →  a &lt; 8/3 ≈ 2.67
       纵坐标 &gt; 0：a - 1 &gt; 0   →  a &gt; 1
       综合：1 &lt; a &lt; 2.67
       a 为整数，唯一解：a = 2
       横坐标 = 3×2 - 8 = -2
       纵坐标 = 2 - 1 = 1
       ∴  M(-2, 1)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17880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M(-2, 1)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M(-2, 1)  ✓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第12题 — 小问④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M(3a-8, a-1)，④ N(3,-6)，MN∥x 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MN∥x 轴  →  两点纵坐标相等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 - 1 = -6
       a = -5
       横坐标 = 3×(-5) - 8 = -15 - 8 = -23
       ∴  M(-23, -6)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M(-23, -6)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427024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四小问全部正确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486460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M(0,5/3) ✓   ② M(-5/4,5/4) ✓   ③ M(-2,1) ✓   ④ M(-23,-6) 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答案：① M(0,5/3)  ② M(-5/4,5/4)  ③ M(-2,1)  ④ M(-23,-6)  ✓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第13题 — 绝对值坐标判断象限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M(|m|, n)，mn ≠ 0，M 在第几象限？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mn≠0 推出 m、n 各自非零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mn ≠ 0  →  m ≠ 0  且  n ≠ 0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分析横坐标 |m| 的符号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|m| 是 m 的绝对值；m ≠ 0  →  |m| &gt; 0
       横坐标恒为正数，M 一定在 y 轴右侧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步骤3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分析纵坐标 n（两种情况）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若 n &gt; 0：横正纵正 → 第一象限
       若 n &lt; 0：横正纵负 → 第四象限
       （n 的符号无法确定，两种情况都可能）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54456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在第一象限  或  第四象限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555040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答案正确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614476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横坐标 |m|&gt;0 恒成立，纵坐标 n 的正负决定象限。两种情况均需列出。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120" y="5833872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答案：第一象限或第四象限（不能只写一个）  ✓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第14题 — 象限条件推断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M(a, a-b) 在第四象限，Q(b, -a) 在第几象限？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M 在第四象限，建立不等式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第四象限：横坐标 &gt; 0  且  纵坐标 &lt; 0
       a &gt; 0
       a - b &lt; 0  →  b &gt; a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综合推断 a、b 的符号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 &gt; 0  且  b &gt; a  →  b &gt; a &gt; 0  →  b &gt; 0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步骤3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 Q(b, -a) 的象限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横坐标 b &gt; 0（正）
       纵坐标 -a &lt; 0（因 a &gt; 0）（负）
       横正纵负 → 第四象限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77316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在第四象限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577900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答案正确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637336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Q(b,-a)：b&gt;0，-a&lt;0，第四象限 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答案：Q 在第四象限  ✓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第15题 — 平行于坐标轴的条件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P(3+m, 2h)  Q(2m-3, 3n+1)，PQ∥y 轴，求 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PQ∥y 轴的充要条件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PQ∥y 轴  ⟺  两点横坐标相等（且 P≠Q）
       →  3 + m = 2m - 3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解方程求 m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3 + m = 2m - 3
       3 + 3 = 2m - m
       ∴  m = 6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关于 n 的处理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题目含参数 h 和 n，平行条件只约束横坐标（m）
       纵坐标 2h 与 3n+1 无等式关系，n 不可唯一确定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6（n 无法唯一确定）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568756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答案正确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628192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m=6 ✓；正确指出 n 无法确定，处理规范。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答案：m = 6  ✓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第16题 — 象限条件化简绝对值（1/2）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P(4x-5, 3-x) 在第四象限，化简 |5-4x| - |x-3|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利用第四象限条件确定 x 的范围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第四象限：横坐标 &gt; 0  且  纵坐标 &lt; 0
       横坐标 4x - 5 &gt; 0  →  x &gt; 5/4
       纵坐标 3 - x &lt; 0   →  x &gt; 3
       取交集：x &gt; 3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x &gt; 3 时，判断各式的符号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当 x &gt; 3 时：4x &gt; 12 &gt; 5  →  5 - 4x &lt; 0
       当 x &gt; 3 时：x - 3 &gt; 0
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关键：先用象限条件缩小 x 的范围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第16题 — 化简过程 &amp; 结果（2/2）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&gt; 3，化简 |5-4x| - |x-3|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步骤3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去掉绝对值符号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|5-4x| = -(5-4x) = 4x - 5   （因 5-4x &lt; 0）
       |x-3|  = x - 3                （因 x-3 &gt; 0）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步骤4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合并化简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|5-4x| - |x-3|
       = (4x-5) - (x-3)
       = 4x - 5 - x + 3
       = 3x - 2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27024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- 2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518464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答案正确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577900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化简结果 3x-2 ✓；象限条件推导和去绝对值过程均正确。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答案：3x - 2  ✓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第17题 — 对称关系求参数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题目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已知 P(2x+3, 3-y)，Q(y+4, x-5)，若 P、Q：
   ① 关于 x 轴对称   ② 关于 y 轴对称   ③ 关于原点对称，
   分别求 x、y 的值。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2404872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对称坐标关系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① 关于 x 轴：横坐标相等，纵坐标互为相反数  →  P(a,b) 与 P'(a,-b)
   ② 关于 y 轴：横坐标互为相反数，纵坐标相等  →  P(a,b) 与 P'(-a,b)
   ③ 关于原点：横纵坐标均互为相反数           →  P(a,b) 与 P'(-a,-b)
   每种情况列二元一次方程组，联立求解 x、y
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三种对称各自列方程组，联立求解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第17题 — ① 关于 x 轴对称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P(2x+3, 3-y) 与 Q(y+4, x-5) 关于 x 轴对称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列方程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横坐标相等，纵坐标互为相反数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2x+3 = y+4      … 方程(i)
       3-y = -(x-5)    … 方程(ii)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求解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联立解方程组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由(ii)：3-y = -x+5  →  x - y = 2  →  x = y+2
       代入(i)：2(y+2)+3 = y+4
                2y+7 = y+4
                y = -3，x = -1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P(1,6) 与 Q(1,-6) 关于 x 轴对称 ✓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 = (2×(-1)+3, 3-(-3)) = (1, 6)
       Q = ((-3)+4, (-1)-5) = (1, -6)  ✓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09320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x = -1，y = -3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x = -1，y = -3  ✓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第17题 — ② 关于 y 轴对称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P(2x+3, 3-y) 与 Q(y+4, x-5) 关于 y 轴对称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列方程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横坐标互为相反数，纵坐标相等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2x+3 = -(y+4)    … 方程(iii)
       3-y = x-5         … 方程(iv)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求解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联立解方程组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由(iv)：x = 8 - y
       代入(iii)：2(8-y)+3 = -(y+4)
                  19-2y = -y-4
                  -y = -23  →  y = 23，x = -15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P(-27,-20) 与 Q(27,-20) 关于 y 轴对称 ✓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 = (2×(-15)+3, 3-23) = (-27, -20)
       Q = (23+4, -15-5) = (27, -20)  ✓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09320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x = -15，y = 23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x = -15，y = 23  ✓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第17题 — ③ 关于原点对称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P(2x+3, 3-y) 与 Q(y+4, x-5) 关于原点对称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列方程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横纵坐标均互为相反数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2x+3 = -(y+4)    … 方程(v)
       3-y = -(x-5)      … 方程(vi)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求解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联立解方程组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由(vi)：3-y = -x+5  →  x = y+2
       代入(v)：2(y+2)+3 = -(y+4)
                2y+7 = -y-4
                3y = -11  →  y = -11/3，x = -5/3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P(-1/3, 20/3) 与 Q(1/3, -20/3) 关于原点对称 ✓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 = (-10/3+9/3, 9/3+11/3) = (-1/3, 20/3)
       Q = (-11/3+12/3, -5/3-15/3) = (1/3, -20/3)  ✓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09320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x = -5/3，y = -11/3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x = -5/3，y = -11/3  ✓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第17题 — 答案汇总 &amp; 审核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P(2x+3, 3-y)，Q(y+4, x-5)，三种对称</a:t>
            </a:r>
            <a:endParaRPr lang="en-US" sz="1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664208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方程组特征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验证点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关于 x 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横=，纵相反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P(1,6)  Q(1,-6)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关于 y 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横相反，纵=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P(-27,-20)  Q(27,-20)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关于原点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横纵均相反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-5/3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-11/3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P(-1/3,20/3)  Q(1/3,-20/3)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84048" y="395020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三小问全部正确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" y="454456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x=-1,y=-3 ✓   ② x=-15,y=23 ✓   ③ x=-5/3,y=-11/3 ✓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方程组建立及求解均正确，均经验证。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答案：① x=-1,y=-3   ② x=-15,y=23   ③ x=-5/3,y=-11/3   全部正确 ✓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第18题 — 关于直线的对称点坐标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坐标与图形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是过(1,0)且垂直于 x 轴的平面镜，P(3,2) 在 AB 中的像 P' 坐标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步骤1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确定直线 AB 的方程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AB 过 (1,0) 且垂直于 x 轴  →  AB 是直线 x = 1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步骤2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关于竖直直线 x=k 对称的公式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纵坐标不变：y' = y
       横坐标：x' = 2k - x  （P 与 P' 关于直线等距）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步骤3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代入 P(3,2) 和 k=1，求 P'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x' = 2×1 - 3 = -1
       y' = 2（不变）
       ∴  P'(-1, 2)
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验证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与 P' 的中点在直线 x=1 上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中点横坐标 = (3 + (-1)) / 2 = 1  ✓
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276088"/>
            <a:ext cx="10360152" cy="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2540" tIns="2540" rIns="2540" bIns="2540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P'(-1, 2)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答案：P'(-1, 2)  ✓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第18题 — 审核结果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math-verifier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621792"/>
          </a:xfrm>
          <a:prstGeom prst="rect">
            <a:avLst/>
          </a:prstGeom>
          <a:solidFill>
            <a:srgbClr val="EBF0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9669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D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是直线 x=1，P(3,2) 在 AB 中的像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答案正确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2258568"/>
            <a:ext cx="11430000" cy="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1905" tIns="1905" rIns="1905" bIns="1905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P'(-1,2) 验证：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P(3,2) 到 x=1 的距离 = |3-1| = 2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P'(-1,2) 到 x=1 的距离 = |-1-1| = 2  ✓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中点 = (1, 2) 在直线 x=1 上  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3950208"/>
            <a:ext cx="11430000" cy="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公式归纳
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关于竖直直线 x=k 对称：P(a,b) → P'(2k-a, b)
   关于水平直线 y=k 对称：P(a,b) → P'(a, 2k-b)
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0" y="6126480"/>
            <a:ext cx="12192000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6144768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答案：P'(-1,2)  ✓  解题方法正确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778240" cy="8138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总体审核报告 — 2026年4月12日作业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155448"/>
            <a:ext cx="2743200" cy="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1270" tIns="1270" rIns="1270" bIns="127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math-verifier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43891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1984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审核结论：14道题答案全部正确（准确率 100%），存在3处方法/完整性问题</a:t>
            </a:r>
            <a:endParaRPr lang="en-US" sz="1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463040"/>
          <a:ext cx="11430000" cy="44805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题号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答案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第7题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F36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方法超纲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求根公式属九年级，应用分情况去绝对值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第8题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F36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不完整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只给一种情况，应穷举四种方向组合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第9题/变1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F36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表述超纲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"向量"属高中，建议用坐标差法表述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变2题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完整正确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三种情况全列，分情况讨论完整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第10题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第11题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七点象限判断全部正确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第12题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四小问均正确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第13题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两个象限均列出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第14题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不等式推导正确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第15题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正确指出 n 不可确定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第16题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象限条件推导规范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第17题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三小问全部正确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第18题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对称公式应用正确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6060440"/>
            <a:ext cx="12192000" cy="533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122662"/>
            <a:ext cx="11430000" cy="3693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总结：准确率 100%  |  提升方向：① 七年级规范方法  ② 穷举多解  ③ 避免超纲表述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5460</Words>
  <Application>Microsoft Office PowerPoint</Application>
  <PresentationFormat>ワイド画面</PresentationFormat>
  <Paragraphs>442</Paragraphs>
  <Slides>39</Slides>
  <Notes>39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国旗 徐</cp:lastModifiedBy>
  <cp:revision>7</cp:revision>
  <dcterms:created xsi:type="dcterms:W3CDTF">2026-04-16T05:52:35Z</dcterms:created>
  <dcterms:modified xsi:type="dcterms:W3CDTF">2026-04-16T06:47:29Z</dcterms:modified>
</cp:coreProperties>
</file>